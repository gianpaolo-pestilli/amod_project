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9585E-86E7-C51C-DBC6-323DFE329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4A09B2E-DACF-F53A-9ED4-EA6214CCD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D0594E-272B-258A-6E66-903CB7D18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970AA6-09FF-A32D-53E0-255613B8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D7CDC2-436A-F090-2527-3DCF10D7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832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4B7833-C7FE-C1EB-F5A4-733381895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561FFD-4945-CB7B-175E-E22C106C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72E431-7732-BDDA-EF08-259BEB8F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886248-1C0E-CD31-A043-C9AF6ABD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E2C7A0-7804-1D82-F1D8-8704D7FE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44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275AD8-13A0-7BCA-0BFC-44889835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2F52C2-7F0B-951A-BE57-866D655A1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B3025A-BED1-B69C-F8C5-F7C26DA61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CF15A6-7D3A-1EE3-8C93-BEDB5827D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83C0F8-2110-103E-F53F-5B5B2776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512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C04EA3-E933-FD6C-2636-76CB3C5C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41C80B-567D-F5B4-012F-6DF76DD23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2A6BC71-5BE3-8ED9-A3D0-67030591F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C47705-E9F5-242F-89A9-35EFA764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9E27AFF-3855-4D84-3EBB-1B4534BE8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046636D-508A-F918-428F-2D2E85B7D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50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9870B8-8B4A-0B2E-BC66-16813AC78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D21403D-1617-68BE-3DA1-FC420E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7D558C-4F53-B3CA-FDD9-51E7901BC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2248B6A-9F26-ED59-9793-58B21F426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1100B6A-8982-DD20-607C-FB8F28DD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05599F6-63D7-507E-CB4F-A90619A7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5AB9D1C-0DB6-A962-CC59-66E65F9EC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8E73910-2453-BDEA-5CB4-A90CC2FB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121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BD6F99-B675-6972-968E-88A0DB58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DBEBE7B-CD5E-4D0B-4254-ABA5BB55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C1E58DF-617B-75B4-0DC9-38AD3244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43AAAE4-B107-6694-572A-8F977E70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32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3A98471-C700-ED9F-AA69-BEB7F01F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E4ACC49-989F-AD6A-8E71-09FA0049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616A85-9891-F44A-82CC-28490001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92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8AD5BC-4845-5B99-FA83-1928E2DD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4AA091-9D2B-EF94-6123-1FD3BF53A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57014E7-2FAB-AFCB-393B-1FB3906F4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AC79B6-B2C6-4876-11E0-E581067B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D644F9-20F8-3257-C31A-E0FBC176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3F4CD04-B1A7-782E-9EF1-2CF93DDFD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85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280370-37DC-6CC1-70FE-AE4B2E5B8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8A652FF-2568-DF84-D98D-DA30D75FBA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B827820-ABE3-837C-A38A-E63C64150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6271C9-0E2F-A958-FB55-7A515C1E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F22AA1-30BA-F52C-8758-B41AED6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82121F-4297-F62C-83E9-BC5015B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207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80029D-8D34-C2E8-7338-0E7A340DA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98D646-4D39-8D8A-AD0D-F714C726B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58925E-1BE4-BEF5-E531-9E0B6C04E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BFC074-4E2F-A17E-B86B-4EE66585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2D9A63-F119-1320-0B6A-3829333E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554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9F29494-2A49-8AA3-8BD4-C2E0D6B44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8BD18CE-90CF-79B8-A3DD-6BF72BEA3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61BBFC-D7C8-B3DA-E98B-6E83E3C9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E7FBF0-2723-C95F-13E7-BCFC961D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F7AC2A-F052-E1B7-153F-92794CD9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24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1474D5-93F1-C6BF-4FC2-01FD92F2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D5310-8276-3FF7-784A-BE9885103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0FB978-1F5C-98BC-6FCB-E9F695F3C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4A6A8-9A41-4067-9243-056FE2031F54}" type="datetimeFigureOut">
              <a:rPr lang="it-IT" smtClean="0"/>
              <a:t>12/06/2026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6155F4-765E-8C1B-2783-3716C2DD2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5E4149-5748-8CE2-5B3A-FC8A3B273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F5B0F-C317-4CE9-868E-EACF911AC39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071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411D0-E616-B0BF-7870-2F1879491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Risultati ottenuti sotto forma </a:t>
            </a:r>
            <a:r>
              <a:rPr lang="it-IT"/>
              <a:t>di presentazione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412FCEE-B085-FD03-2C43-7897467DA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9750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Risultati ottenuti sotto forma di presentazione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Gianpaolo Pestilli</dc:creator>
  <cp:lastModifiedBy>Gianpaolo Pestilli</cp:lastModifiedBy>
  <cp:revision>1</cp:revision>
  <dcterms:created xsi:type="dcterms:W3CDTF">2026-06-12T20:11:00Z</dcterms:created>
  <dcterms:modified xsi:type="dcterms:W3CDTF">2026-06-12T20:11:13Z</dcterms:modified>
</cp:coreProperties>
</file>